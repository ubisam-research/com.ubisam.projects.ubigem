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13208000" cy="9906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4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6B27"/>
    <a:srgbClr val="FAFAFA"/>
    <a:srgbClr val="FEFEB1"/>
    <a:srgbClr val="EFEFEF"/>
    <a:srgbClr val="8E6AB2"/>
    <a:srgbClr val="875DB2"/>
    <a:srgbClr val="DBB8FF"/>
    <a:srgbClr val="DBB8B2"/>
    <a:srgbClr val="555050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76" autoAdjust="0"/>
    <p:restoredTop sz="94660"/>
  </p:normalViewPr>
  <p:slideViewPr>
    <p:cSldViewPr>
      <p:cViewPr varScale="1">
        <p:scale>
          <a:sx n="80" d="100"/>
          <a:sy n="80" d="100"/>
        </p:scale>
        <p:origin x="204" y="60"/>
      </p:cViewPr>
      <p:guideLst>
        <p:guide orient="horz" pos="3120"/>
        <p:guide pos="4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2352" y="114"/>
      </p:cViewPr>
      <p:guideLst>
        <p:guide orient="horz" pos="2880"/>
        <p:guide pos="2160"/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59A1642D-BCB6-41F0-B60D-2DFF78367E57}" type="datetimeFigureOut">
              <a:rPr lang="ko-KR" altLang="en-US" smtClean="0">
                <a:latin typeface="맑은 고딕" pitchFamily="50" charset="-127"/>
                <a:ea typeface="맑은 고딕" pitchFamily="50" charset="-127"/>
              </a:rPr>
              <a:pPr/>
              <a:t>2019-05-09</a:t>
            </a:fld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14E183A-158D-45EC-9FF1-AFF4E2DD84B4}" type="slidenum">
              <a:rPr lang="ko-KR" altLang="en-US" smtClean="0">
                <a:latin typeface="맑은 고딕" pitchFamily="50" charset="-127"/>
                <a:ea typeface="맑은 고딕" pitchFamily="50" charset="-127"/>
              </a:rPr>
              <a:pPr/>
              <a:t>‹#›</a:t>
            </a:fld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758271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15F5513-0EC4-48B0-9CEB-D9F2296DBED7}" type="datetimeFigureOut">
              <a:rPr lang="ko-KR" altLang="en-US" smtClean="0"/>
              <a:pPr/>
              <a:t>2019-05-09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F8C31094-1C8A-40DD-824A-ECD3E6FE0BB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051363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95363" y="768350"/>
            <a:ext cx="5113337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790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E:\유비샘\ubisam_문서양식\ubisam_logo\Logo blue_std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856" y="7689304"/>
            <a:ext cx="3240360" cy="89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 flipV="1">
            <a:off x="-11723" y="9368934"/>
            <a:ext cx="13208000" cy="36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467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" name="Picture 4" descr="E:\유비샘\ubisam_문서양식\ubisam_logo\Logo blue_std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6611" y="9460523"/>
            <a:ext cx="1341390" cy="445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5451872" y="9472246"/>
            <a:ext cx="2664296" cy="455394"/>
          </a:xfrm>
        </p:spPr>
        <p:txBody>
          <a:bodyPr/>
          <a:lstStyle>
            <a:lvl1pPr algn="ctr">
              <a:defRPr sz="1600"/>
            </a:lvl1pPr>
          </a:lstStyle>
          <a:p>
            <a:fld id="{AD8BF390-545E-4F83-AE1E-AA2A64DE094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tai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순서도: 문서 7"/>
          <p:cNvSpPr/>
          <p:nvPr userDrawn="1"/>
        </p:nvSpPr>
        <p:spPr>
          <a:xfrm>
            <a:off x="0" y="2306"/>
            <a:ext cx="13208000" cy="918246"/>
          </a:xfrm>
          <a:prstGeom prst="flowChartDocument">
            <a:avLst/>
          </a:prstGeom>
          <a:gradFill flip="none" rotWithShape="1">
            <a:gsLst>
              <a:gs pos="0">
                <a:srgbClr val="DDEBCF"/>
              </a:gs>
              <a:gs pos="43000">
                <a:srgbClr val="9CB86E"/>
              </a:gs>
              <a:gs pos="100000">
                <a:srgbClr val="156B1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467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 flipV="1">
            <a:off x="-11723" y="9368934"/>
            <a:ext cx="13208000" cy="36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467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3" name="Picture 4" descr="E:\유비샘\ubisam_문서양식\ubisam_logo\Logo blue_std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6611" y="9460523"/>
            <a:ext cx="1341390" cy="445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60400" y="396699"/>
            <a:ext cx="11887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60400" y="2311402"/>
            <a:ext cx="11887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60400" y="9181396"/>
            <a:ext cx="3081867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11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1C7D922A-E6BC-409D-8EDE-95AFD52586E9}" type="datetime1">
              <a:rPr lang="ko-KR" altLang="en-US" smtClean="0"/>
              <a:pPr/>
              <a:t>2019-05-09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512734" y="9181396"/>
            <a:ext cx="4182533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11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465733" y="9181396"/>
            <a:ext cx="3081867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11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DF38E691-7359-4633-9A47-865C49C767B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1761043" rtl="0" eaLnBrk="1" latinLnBrk="1" hangingPunct="1">
        <a:spcBef>
          <a:spcPct val="0"/>
        </a:spcBef>
        <a:buNone/>
        <a:defRPr sz="8474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660391" indent="-660391" algn="l" defTabSz="1761043" rtl="0" eaLnBrk="1" latinLnBrk="1" hangingPunct="1">
        <a:spcBef>
          <a:spcPct val="20000"/>
        </a:spcBef>
        <a:buFont typeface="Arial" pitchFamily="34" charset="0"/>
        <a:buChar char="•"/>
        <a:defRPr sz="6163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1430847" indent="-550326" algn="l" defTabSz="1761043" rtl="0" eaLnBrk="1" latinLnBrk="1" hangingPunct="1">
        <a:spcBef>
          <a:spcPct val="20000"/>
        </a:spcBef>
        <a:buFont typeface="Arial" pitchFamily="34" charset="0"/>
        <a:buChar char="–"/>
        <a:defRPr sz="5393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2201304" indent="-440261" algn="l" defTabSz="1761043" rtl="0" eaLnBrk="1" latinLnBrk="1" hangingPunct="1">
        <a:spcBef>
          <a:spcPct val="20000"/>
        </a:spcBef>
        <a:buFont typeface="Arial" pitchFamily="34" charset="0"/>
        <a:buChar char="•"/>
        <a:defRPr sz="4622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3081825" indent="-440261" algn="l" defTabSz="1761043" rtl="0" eaLnBrk="1" latinLnBrk="1" hangingPunct="1">
        <a:spcBef>
          <a:spcPct val="20000"/>
        </a:spcBef>
        <a:buFont typeface="Arial" pitchFamily="34" charset="0"/>
        <a:buChar char="–"/>
        <a:defRPr sz="3852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3962347" indent="-440261" algn="l" defTabSz="1761043" rtl="0" eaLnBrk="1" latinLnBrk="1" hangingPunct="1">
        <a:spcBef>
          <a:spcPct val="20000"/>
        </a:spcBef>
        <a:buFont typeface="Arial" pitchFamily="34" charset="0"/>
        <a:buChar char="»"/>
        <a:defRPr sz="3852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4842868" indent="-440261" algn="l" defTabSz="1761043" rtl="0" eaLnBrk="1" latinLnBrk="1" hangingPunct="1">
        <a:spcBef>
          <a:spcPct val="20000"/>
        </a:spcBef>
        <a:buFont typeface="Arial" pitchFamily="34" charset="0"/>
        <a:buChar char="•"/>
        <a:defRPr sz="3852" kern="1200">
          <a:solidFill>
            <a:schemeClr val="tx1"/>
          </a:solidFill>
          <a:latin typeface="+mn-lt"/>
          <a:ea typeface="+mn-ea"/>
          <a:cs typeface="+mn-cs"/>
        </a:defRPr>
      </a:lvl6pPr>
      <a:lvl7pPr marL="5723390" indent="-440261" algn="l" defTabSz="1761043" rtl="0" eaLnBrk="1" latinLnBrk="1" hangingPunct="1">
        <a:spcBef>
          <a:spcPct val="20000"/>
        </a:spcBef>
        <a:buFont typeface="Arial" pitchFamily="34" charset="0"/>
        <a:buChar char="•"/>
        <a:defRPr sz="3852" kern="1200">
          <a:solidFill>
            <a:schemeClr val="tx1"/>
          </a:solidFill>
          <a:latin typeface="+mn-lt"/>
          <a:ea typeface="+mn-ea"/>
          <a:cs typeface="+mn-cs"/>
        </a:defRPr>
      </a:lvl7pPr>
      <a:lvl8pPr marL="6603911" indent="-440261" algn="l" defTabSz="1761043" rtl="0" eaLnBrk="1" latinLnBrk="1" hangingPunct="1">
        <a:spcBef>
          <a:spcPct val="20000"/>
        </a:spcBef>
        <a:buFont typeface="Arial" pitchFamily="34" charset="0"/>
        <a:buChar char="•"/>
        <a:defRPr sz="3852" kern="1200">
          <a:solidFill>
            <a:schemeClr val="tx1"/>
          </a:solidFill>
          <a:latin typeface="+mn-lt"/>
          <a:ea typeface="+mn-ea"/>
          <a:cs typeface="+mn-cs"/>
        </a:defRPr>
      </a:lvl8pPr>
      <a:lvl9pPr marL="7484433" indent="-440261" algn="l" defTabSz="1761043" rtl="0" eaLnBrk="1" latinLnBrk="1" hangingPunct="1">
        <a:spcBef>
          <a:spcPct val="20000"/>
        </a:spcBef>
        <a:buFont typeface="Arial" pitchFamily="34" charset="0"/>
        <a:buChar char="•"/>
        <a:defRPr sz="38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761043" rtl="0" eaLnBrk="1" latinLnBrk="1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80521" algn="l" defTabSz="1761043" rtl="0" eaLnBrk="1" latinLnBrk="1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761043" algn="l" defTabSz="1761043" rtl="0" eaLnBrk="1" latinLnBrk="1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641564" algn="l" defTabSz="1761043" rtl="0" eaLnBrk="1" latinLnBrk="1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4pPr>
      <a:lvl5pPr marL="3522086" algn="l" defTabSz="1761043" rtl="0" eaLnBrk="1" latinLnBrk="1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5pPr>
      <a:lvl6pPr marL="4402607" algn="l" defTabSz="1761043" rtl="0" eaLnBrk="1" latinLnBrk="1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6pPr>
      <a:lvl7pPr marL="5283129" algn="l" defTabSz="1761043" rtl="0" eaLnBrk="1" latinLnBrk="1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7pPr>
      <a:lvl8pPr marL="6163650" algn="l" defTabSz="1761043" rtl="0" eaLnBrk="1" latinLnBrk="1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8pPr>
      <a:lvl9pPr marL="7044172" algn="l" defTabSz="1761043" rtl="0" eaLnBrk="1" latinLnBrk="1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0" y="9594622"/>
            <a:ext cx="13208000" cy="311378"/>
          </a:xfrm>
        </p:spPr>
        <p:txBody>
          <a:bodyPr/>
          <a:lstStyle/>
          <a:p>
            <a:fld id="{384A888D-E9A0-466B-9D79-D27D9D9FFB9C}" type="slidenum">
              <a:rPr lang="ko-KR" altLang="en-US" smtClean="0"/>
              <a:pPr/>
              <a:t>0</a:t>
            </a:fld>
            <a:endParaRPr lang="ko-KR" altLang="en-US" dirty="0"/>
          </a:p>
        </p:txBody>
      </p:sp>
      <p:sp>
        <p:nvSpPr>
          <p:cNvPr id="67" name="TextBox 7"/>
          <p:cNvSpPr txBox="1"/>
          <p:nvPr/>
        </p:nvSpPr>
        <p:spPr>
          <a:xfrm>
            <a:off x="195288" y="148490"/>
            <a:ext cx="1657826" cy="625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467" b="1" dirty="0">
                <a:solidFill>
                  <a:schemeClr val="bg1"/>
                </a:solidFill>
                <a:latin typeface="+mj-ea"/>
                <a:ea typeface="+mj-ea"/>
              </a:rPr>
              <a:t>Agenda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F464CE9-5E21-40B7-B8A9-D2C238E123C2}"/>
              </a:ext>
            </a:extLst>
          </p:cNvPr>
          <p:cNvSpPr txBox="1"/>
          <p:nvPr/>
        </p:nvSpPr>
        <p:spPr>
          <a:xfrm>
            <a:off x="830439" y="1568624"/>
            <a:ext cx="11547121" cy="720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en-US" altLang="ko-KR" sz="2400" dirty="0">
                <a:latin typeface="+mn-ea"/>
              </a:rPr>
              <a:t>1) SECS/GEM </a:t>
            </a:r>
            <a:r>
              <a:rPr lang="ko-KR" altLang="en-US" sz="2400" dirty="0">
                <a:latin typeface="+mn-ea"/>
              </a:rPr>
              <a:t>개요</a:t>
            </a:r>
            <a:endParaRPr lang="en-US" altLang="ko-KR" sz="2400" dirty="0">
              <a:latin typeface="+mn-ea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ko-KR" sz="2400" dirty="0">
              <a:latin typeface="+mn-ea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en-US" altLang="ko-KR" sz="2400" dirty="0">
                <a:latin typeface="+mn-ea"/>
              </a:rPr>
              <a:t>2) </a:t>
            </a:r>
            <a:r>
              <a:rPr lang="en-US" altLang="ko-KR" sz="2400" dirty="0" err="1">
                <a:latin typeface="+mn-ea"/>
              </a:rPr>
              <a:t>UbiGEM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소개</a:t>
            </a:r>
            <a:endParaRPr lang="en-US" altLang="ko-KR" sz="2400" dirty="0">
              <a:latin typeface="+mn-ea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ko-KR" sz="2400" dirty="0">
              <a:latin typeface="+mn-ea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en-US" altLang="ko-KR" sz="2400" dirty="0">
                <a:latin typeface="+mn-ea"/>
              </a:rPr>
              <a:t>3) </a:t>
            </a:r>
            <a:r>
              <a:rPr lang="en-US" altLang="ko-KR" sz="2400" dirty="0" err="1">
                <a:latin typeface="+mn-ea"/>
              </a:rPr>
              <a:t>UbiGEM</a:t>
            </a:r>
            <a:r>
              <a:rPr lang="en-US" altLang="ko-KR" sz="2400" dirty="0">
                <a:latin typeface="+mn-ea"/>
              </a:rPr>
              <a:t> Configuration Tool </a:t>
            </a:r>
            <a:r>
              <a:rPr lang="ko-KR" altLang="en-US" sz="2400" dirty="0">
                <a:latin typeface="+mn-ea"/>
              </a:rPr>
              <a:t>사용법</a:t>
            </a:r>
            <a:endParaRPr lang="en-US" altLang="ko-KR" sz="2400" dirty="0">
              <a:latin typeface="+mn-ea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ko-KR" sz="2400" dirty="0">
              <a:latin typeface="+mn-ea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en-US" altLang="ko-KR" sz="2400" dirty="0">
                <a:latin typeface="+mn-ea"/>
              </a:rPr>
              <a:t>4) </a:t>
            </a:r>
            <a:r>
              <a:rPr lang="en-US" altLang="ko-KR" sz="2400" dirty="0" err="1">
                <a:latin typeface="+mn-ea"/>
              </a:rPr>
              <a:t>UbiGEM</a:t>
            </a:r>
            <a:r>
              <a:rPr lang="en-US" altLang="ko-KR" sz="2400" dirty="0">
                <a:latin typeface="+mn-ea"/>
              </a:rPr>
              <a:t> HOST Simulator </a:t>
            </a:r>
            <a:r>
              <a:rPr lang="ko-KR" altLang="en-US" sz="2400" dirty="0">
                <a:latin typeface="+mn-ea"/>
              </a:rPr>
              <a:t>사용법</a:t>
            </a:r>
            <a:endParaRPr lang="en-US" altLang="ko-KR" sz="2400" dirty="0">
              <a:latin typeface="+mn-ea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ko-KR" sz="2400" dirty="0">
              <a:latin typeface="+mn-ea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en-US" altLang="ko-KR" sz="2400" dirty="0">
                <a:latin typeface="+mn-ea"/>
              </a:rPr>
              <a:t>5) LGIT </a:t>
            </a:r>
            <a:r>
              <a:rPr lang="ko-KR" altLang="en-US" sz="2400" dirty="0">
                <a:latin typeface="+mn-ea"/>
              </a:rPr>
              <a:t>대응 사양서 작성법</a:t>
            </a:r>
            <a:endParaRPr lang="en-US" altLang="ko-KR" sz="2400" dirty="0">
              <a:latin typeface="+mn-ea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ko-KR" sz="2400" dirty="0">
              <a:latin typeface="+mn-ea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en-US" altLang="ko-KR" sz="2400" dirty="0">
                <a:latin typeface="+mn-ea"/>
              </a:rPr>
              <a:t>6) </a:t>
            </a:r>
            <a:r>
              <a:rPr lang="en-US" altLang="ko-KR" sz="2400" dirty="0" err="1">
                <a:latin typeface="+mn-ea"/>
              </a:rPr>
              <a:t>QnA</a:t>
            </a:r>
            <a:endParaRPr lang="en-US" altLang="ko-KR" sz="2400" dirty="0">
              <a:latin typeface="+mn-ea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ko-KR" sz="2400" dirty="0">
              <a:latin typeface="+mn-ea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en-US" altLang="ko-KR" sz="2400" dirty="0">
                <a:latin typeface="+mn-ea"/>
              </a:rPr>
              <a:t>7) </a:t>
            </a:r>
            <a:r>
              <a:rPr lang="ko-KR" altLang="en-US" sz="2400" dirty="0">
                <a:latin typeface="+mn-ea"/>
              </a:rPr>
              <a:t>개발 </a:t>
            </a:r>
            <a:r>
              <a:rPr lang="en-US" altLang="ko-KR" sz="2400" dirty="0">
                <a:latin typeface="+mn-ea"/>
              </a:rPr>
              <a:t>tool </a:t>
            </a:r>
            <a:r>
              <a:rPr lang="ko-KR" altLang="en-US" sz="2400" dirty="0">
                <a:latin typeface="+mn-ea"/>
              </a:rPr>
              <a:t>별 </a:t>
            </a:r>
            <a:r>
              <a:rPr lang="en-US" altLang="ko-KR" sz="2400" dirty="0">
                <a:latin typeface="+mn-ea"/>
              </a:rPr>
              <a:t>Sample Source </a:t>
            </a:r>
            <a:r>
              <a:rPr lang="ko-KR" altLang="en-US" sz="2400" dirty="0">
                <a:latin typeface="+mn-ea"/>
              </a:rPr>
              <a:t>설명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광선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10296</TotalTime>
  <Words>41</Words>
  <Application>Microsoft Office PowerPoint</Application>
  <PresentationFormat>사용자 지정</PresentationFormat>
  <Paragraphs>15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돋움</vt:lpstr>
      <vt:lpstr>맑은 고딕</vt:lpstr>
      <vt:lpstr>휴먼옛체</vt:lpstr>
      <vt:lpstr>Arial</vt:lpstr>
      <vt:lpstr>Office 테마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ubisam</dc:creator>
  <cp:lastModifiedBy>KNH</cp:lastModifiedBy>
  <cp:revision>950</cp:revision>
  <dcterms:created xsi:type="dcterms:W3CDTF">2018-03-19T04:42:23Z</dcterms:created>
  <dcterms:modified xsi:type="dcterms:W3CDTF">2019-05-10T03:59:02Z</dcterms:modified>
</cp:coreProperties>
</file>