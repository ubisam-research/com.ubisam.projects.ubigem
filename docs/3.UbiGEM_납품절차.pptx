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7" r:id="rId2"/>
  </p:sldIdLst>
  <p:sldSz cx="9906000" cy="6858000" type="A4"/>
  <p:notesSz cx="9144000" cy="6858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34587" autoAdjust="0"/>
    <p:restoredTop sz="94676" autoAdjust="0"/>
  </p:normalViewPr>
  <p:slideViewPr>
    <p:cSldViewPr>
      <p:cViewPr varScale="1">
        <p:scale>
          <a:sx n="114" d="100"/>
          <a:sy n="114" d="100"/>
        </p:scale>
        <p:origin x="810" y="10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216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116" d="100"/>
          <a:sy n="116" d="100"/>
        </p:scale>
        <p:origin x="-2430" y="-114"/>
      </p:cViewPr>
      <p:guideLst>
        <p:guide orient="horz" pos="2160"/>
        <p:guide pos="28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3168EB-180C-4C8E-A4AD-B005A604136D}" type="datetimeFigureOut">
              <a:rPr lang="ko-KR" altLang="en-US" smtClean="0"/>
              <a:pPr/>
              <a:t>2023-01-12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EB4FF-1669-42C7-B294-848290F9CA8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09FDEE-2644-4938-A880-A5626AC4D96B}" type="datetimeFigureOut">
              <a:rPr lang="ko-KR" altLang="en-US" smtClean="0"/>
              <a:pPr/>
              <a:t>2023-01-12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714625" y="514350"/>
            <a:ext cx="371475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B309B1-E32C-4FD9-A1E0-1F5E9EA60A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128464" y="2492896"/>
            <a:ext cx="9649072" cy="108012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0"/>
          </p:nvPr>
        </p:nvSpPr>
        <p:spPr>
          <a:xfrm>
            <a:off x="5601072" y="3861048"/>
            <a:ext cx="4176464" cy="2448272"/>
          </a:xfrm>
        </p:spPr>
        <p:txBody>
          <a:bodyPr/>
          <a:lstStyle>
            <a:lvl3pPr>
              <a:defRPr sz="1400"/>
            </a:lvl3pPr>
            <a:lvl4pPr>
              <a:defRPr sz="13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>
          <a:xfrm>
            <a:off x="-15552" y="6597352"/>
            <a:ext cx="1289348" cy="268139"/>
          </a:xfrm>
        </p:spPr>
        <p:txBody>
          <a:bodyPr/>
          <a:lstStyle>
            <a:lvl1pPr algn="l">
              <a:defRPr sz="1000"/>
            </a:lvl1pPr>
          </a:lstStyle>
          <a:p>
            <a:fld id="{EA31B79E-1BFD-4AF0-8977-D491F42B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128464" y="548680"/>
            <a:ext cx="9649072" cy="504056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0"/>
          </p:nvPr>
        </p:nvSpPr>
        <p:spPr>
          <a:xfrm>
            <a:off x="128464" y="1124744"/>
            <a:ext cx="9649072" cy="5616624"/>
          </a:xfrm>
        </p:spPr>
        <p:txBody>
          <a:bodyPr/>
          <a:lstStyle>
            <a:lvl3pPr>
              <a:defRPr sz="1400"/>
            </a:lvl3pPr>
            <a:lvl4pPr>
              <a:defRPr sz="13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A31B79E-1BFD-4AF0-8977-D491F42B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128464" y="548680"/>
            <a:ext cx="9649072" cy="504056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128464" y="1124256"/>
            <a:ext cx="4752528" cy="5617111"/>
          </a:xfrm>
        </p:spPr>
        <p:txBody>
          <a:bodyPr/>
          <a:lstStyle>
            <a:lvl3pPr>
              <a:defRPr sz="1400"/>
            </a:lvl3pPr>
            <a:lvl4pPr>
              <a:defRPr sz="13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1"/>
          </p:nvPr>
        </p:nvSpPr>
        <p:spPr>
          <a:xfrm>
            <a:off x="5024438" y="1124745"/>
            <a:ext cx="4752975" cy="5617368"/>
          </a:xfrm>
        </p:spPr>
        <p:txBody>
          <a:bodyPr/>
          <a:lstStyle>
            <a:lvl3pPr>
              <a:defRPr sz="1400"/>
            </a:lvl3pPr>
            <a:lvl4pPr>
              <a:defRPr sz="13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1B79E-1BFD-4AF0-8977-D491F42B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무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31B79E-1BFD-4AF0-8977-D491F42B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개체 틀 7"/>
          <p:cNvSpPr>
            <a:spLocks noGrp="1"/>
          </p:cNvSpPr>
          <p:nvPr>
            <p:ph type="title"/>
          </p:nvPr>
        </p:nvSpPr>
        <p:spPr>
          <a:xfrm>
            <a:off x="495300" y="1916832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9" name="텍스트 개체 틀 8"/>
          <p:cNvSpPr>
            <a:spLocks noGrp="1"/>
          </p:cNvSpPr>
          <p:nvPr>
            <p:ph type="body" idx="1"/>
          </p:nvPr>
        </p:nvSpPr>
        <p:spPr>
          <a:xfrm>
            <a:off x="4880992" y="4149080"/>
            <a:ext cx="4529708" cy="1977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4"/>
          </p:nvPr>
        </p:nvSpPr>
        <p:spPr>
          <a:xfrm>
            <a:off x="-15552" y="6597352"/>
            <a:ext cx="1289348" cy="2681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31B79E-1BFD-4AF0-8977-D491F42B393A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직사각형 5"/>
          <p:cNvSpPr/>
          <p:nvPr userDrawn="1"/>
        </p:nvSpPr>
        <p:spPr>
          <a:xfrm flipV="1">
            <a:off x="0" y="6545184"/>
            <a:ext cx="9906000" cy="5216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순서도: 문서 6"/>
          <p:cNvSpPr/>
          <p:nvPr userDrawn="1"/>
        </p:nvSpPr>
        <p:spPr>
          <a:xfrm>
            <a:off x="0" y="0"/>
            <a:ext cx="9906000" cy="476672"/>
          </a:xfrm>
          <a:prstGeom prst="flowChartDocument">
            <a:avLst/>
          </a:prstGeom>
          <a:gradFill flip="none" rotWithShape="1">
            <a:gsLst>
              <a:gs pos="0">
                <a:srgbClr val="DDEBCF"/>
              </a:gs>
              <a:gs pos="43000">
                <a:srgbClr val="9CB86E"/>
              </a:gs>
              <a:gs pos="100000">
                <a:srgbClr val="156B1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1" name="Picture 4" descr="E:\유비샘\ubisam_문서양식\ubisam_logo\Logo blue_std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1472" y="6597352"/>
            <a:ext cx="696491" cy="239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 userDrawn="1"/>
        </p:nvSpPr>
        <p:spPr>
          <a:xfrm>
            <a:off x="5979633" y="-962"/>
            <a:ext cx="39228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Copyright</a:t>
            </a:r>
            <a:r>
              <a:rPr lang="en-US" altLang="ko-KR" sz="1100" baseline="0" dirty="0"/>
              <a:t> 2018. </a:t>
            </a:r>
            <a:r>
              <a:rPr lang="en-US" altLang="ko-KR" sz="1100" baseline="0" dirty="0" err="1"/>
              <a:t>Ubisam</a:t>
            </a:r>
            <a:r>
              <a:rPr lang="en-US" altLang="ko-KR" sz="1100" baseline="0" dirty="0"/>
              <a:t> Co., Ltd.</a:t>
            </a:r>
            <a:r>
              <a:rPr lang="ko-KR" altLang="en-US" sz="1100" baseline="0" dirty="0"/>
              <a:t> </a:t>
            </a:r>
            <a:r>
              <a:rPr lang="en-US" altLang="ko-KR" sz="1100" baseline="0" dirty="0"/>
              <a:t>All rights reserved.</a:t>
            </a:r>
            <a:endParaRPr lang="ko-KR" altLang="en-US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3" r:id="rId2"/>
    <p:sldLayoutId id="2147483652" r:id="rId3"/>
    <p:sldLayoutId id="2147483650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b="1" kern="1200">
          <a:solidFill>
            <a:schemeClr val="tx1"/>
          </a:solidFill>
          <a:latin typeface="나눔고딕코딩" pitchFamily="49" charset="-127"/>
          <a:ea typeface="나눔고딕코딩" pitchFamily="49" charset="-127"/>
          <a:cs typeface="+mj-cs"/>
        </a:defRPr>
      </a:lvl1pPr>
    </p:titleStyle>
    <p:bodyStyle>
      <a:lvl1pPr marL="360000" indent="-288000" algn="l" defTabSz="914400" rtl="0" eaLnBrk="1" latinLnBrk="1" hangingPunct="1">
        <a:spcBef>
          <a:spcPts val="400"/>
        </a:spcBef>
        <a:buSzPct val="100000"/>
        <a:buFont typeface="Wingdings" pitchFamily="2" charset="2"/>
        <a:buChar char="ü"/>
        <a:tabLst/>
        <a:defRPr sz="1600" kern="1200">
          <a:solidFill>
            <a:schemeClr val="tx1"/>
          </a:solidFill>
          <a:latin typeface="나눔고딕코딩" pitchFamily="49" charset="-127"/>
          <a:ea typeface="나눔고딕코딩" pitchFamily="49" charset="-127"/>
          <a:cs typeface="+mn-cs"/>
        </a:defRPr>
      </a:lvl1pPr>
      <a:lvl2pPr marL="720000" indent="-288000" algn="l" defTabSz="914400" rtl="0" eaLnBrk="1" latinLnBrk="1" hangingPunct="1">
        <a:spcBef>
          <a:spcPts val="400"/>
        </a:spcBef>
        <a:buFont typeface="Arial" pitchFamily="34" charset="0"/>
        <a:buChar char="–"/>
        <a:defRPr sz="1400" kern="1200">
          <a:solidFill>
            <a:schemeClr val="tx1"/>
          </a:solidFill>
          <a:latin typeface="나눔고딕코딩" pitchFamily="49" charset="-127"/>
          <a:ea typeface="나눔고딕코딩" pitchFamily="49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B22096-6074-4502-89D9-BFEFC4627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UbiGEM </a:t>
            </a:r>
            <a:r>
              <a:rPr lang="ko-KR" altLang="en-US"/>
              <a:t>납품 절차</a:t>
            </a:r>
            <a:r>
              <a:rPr lang="en-US" altLang="ko-KR"/>
              <a:t>(UbiGEM.PAC </a:t>
            </a:r>
            <a:r>
              <a:rPr lang="ko-KR" altLang="en-US"/>
              <a:t>동일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8339F1-F521-4C61-A5F6-BADEB9D3A9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Software </a:t>
            </a:r>
            <a:r>
              <a:rPr lang="ko-KR" altLang="en-US"/>
              <a:t>다운로드 경로</a:t>
            </a:r>
            <a:endParaRPr lang="en-US" altLang="ko-KR"/>
          </a:p>
          <a:p>
            <a:pPr lvl="1"/>
            <a:r>
              <a:rPr lang="en-US" altLang="ko-KR"/>
              <a:t>UbiGEM - http://www.ubisam.com - </a:t>
            </a:r>
            <a:r>
              <a:rPr lang="ko-KR" altLang="en-US"/>
              <a:t>고객지원 </a:t>
            </a:r>
            <a:r>
              <a:rPr lang="en-US" altLang="ko-KR"/>
              <a:t>- </a:t>
            </a:r>
            <a:r>
              <a:rPr lang="ko-KR" altLang="en-US"/>
              <a:t>자료실 </a:t>
            </a:r>
            <a:r>
              <a:rPr lang="en-US" altLang="ko-KR"/>
              <a:t>6</a:t>
            </a:r>
            <a:r>
              <a:rPr lang="ko-KR" altLang="en-US"/>
              <a:t>번 글</a:t>
            </a:r>
            <a:endParaRPr lang="en-US" altLang="ko-KR"/>
          </a:p>
          <a:p>
            <a:pPr lvl="1"/>
            <a:r>
              <a:rPr lang="en-US" altLang="ko-KR"/>
              <a:t>UbiGEM.PAC - http://www.ubisam.com - </a:t>
            </a:r>
            <a:r>
              <a:rPr lang="ko-KR" altLang="en-US"/>
              <a:t>고객지원 </a:t>
            </a:r>
            <a:r>
              <a:rPr lang="en-US" altLang="ko-KR"/>
              <a:t>- </a:t>
            </a:r>
            <a:r>
              <a:rPr lang="ko-KR" altLang="en-US"/>
              <a:t>자료실 </a:t>
            </a:r>
            <a:r>
              <a:rPr lang="en-US" altLang="ko-KR"/>
              <a:t>7</a:t>
            </a:r>
            <a:r>
              <a:rPr lang="ko-KR" altLang="en-US"/>
              <a:t>번 글</a:t>
            </a:r>
            <a:endParaRPr lang="en-US" altLang="ko-KR"/>
          </a:p>
          <a:p>
            <a:pPr lvl="1"/>
            <a:endParaRPr lang="en-US" altLang="ko-KR"/>
          </a:p>
          <a:p>
            <a:r>
              <a:rPr lang="en-US" altLang="ko-KR"/>
              <a:t>KeyLock </a:t>
            </a:r>
            <a:r>
              <a:rPr lang="ko-KR" altLang="en-US"/>
              <a:t>납품</a:t>
            </a:r>
            <a:endParaRPr lang="en-US" altLang="ko-KR"/>
          </a:p>
          <a:p>
            <a:pPr lvl="1"/>
            <a:r>
              <a:rPr lang="en-US" altLang="ko-KR"/>
              <a:t>UbiGEM</a:t>
            </a:r>
            <a:r>
              <a:rPr lang="ko-KR" altLang="en-US"/>
              <a:t>과 </a:t>
            </a:r>
            <a:r>
              <a:rPr lang="en-US" altLang="ko-KR"/>
              <a:t>UbiGEM.PAC </a:t>
            </a:r>
            <a:r>
              <a:rPr lang="ko-KR" altLang="en-US"/>
              <a:t>구매 요청이 올 경우 본사 장석주 부장님 연락처 송부</a:t>
            </a:r>
            <a:endParaRPr lang="en-US" altLang="ko-KR"/>
          </a:p>
          <a:p>
            <a:pPr lvl="1"/>
            <a:r>
              <a:rPr lang="ko-KR" altLang="en-US"/>
              <a:t>고객사에서 발주서 수신 시 장석주 부장님이 </a:t>
            </a:r>
            <a:r>
              <a:rPr lang="en-US" altLang="ko-KR"/>
              <a:t>KeyLock </a:t>
            </a:r>
            <a:r>
              <a:rPr lang="ko-KR" altLang="en-US"/>
              <a:t>생성하여 택배 발송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EF59E7-E0E0-4E3D-9E52-A07C862267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A31B79E-1BFD-4AF0-8977-D491F42B393A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9766083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나눔고딕코딩">
      <a:majorFont>
        <a:latin typeface="나눔고딕코딩"/>
        <a:ea typeface="나눔고딕코딩"/>
        <a:cs typeface=""/>
      </a:majorFont>
      <a:minorFont>
        <a:latin typeface="나눔고딕코딩"/>
        <a:ea typeface="나눔고딕코딩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73</Words>
  <Application>Microsoft Office PowerPoint</Application>
  <PresentationFormat>A4 용지(210x297mm)</PresentationFormat>
  <Paragraphs>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나눔고딕코딩</vt:lpstr>
      <vt:lpstr>맑은 고딕</vt:lpstr>
      <vt:lpstr>Arial</vt:lpstr>
      <vt:lpstr>Wingdings</vt:lpstr>
      <vt:lpstr>기본</vt:lpstr>
      <vt:lpstr>UbiGEM 납품 절차(UbiGEM.PAC 동일)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hyunsoo</dc:creator>
  <cp:lastModifiedBy>Hyunsoo</cp:lastModifiedBy>
  <cp:revision>331</cp:revision>
  <dcterms:created xsi:type="dcterms:W3CDTF">2017-08-31T09:39:33Z</dcterms:created>
  <dcterms:modified xsi:type="dcterms:W3CDTF">2023-01-12T00:59:11Z</dcterms:modified>
</cp:coreProperties>
</file>